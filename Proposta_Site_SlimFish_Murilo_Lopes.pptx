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de Site Profissional</a:t>
            </a:r>
          </a:p>
          <a:p>
            <a:r>
              <a:t>Slim Fish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Desenvolvimento Web</a:t>
            </a:r>
          </a:p>
          <a:p>
            <a:r>
              <a:t>Murilo Almeida Lopes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Visão Geral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Site institucional profissional já desenvolvido</a:t>
            </a:r>
          </a:p>
          <a:p>
            <a:r>
              <a:t>Foco em apresentação da marca e pedidos organizados</a:t>
            </a:r>
          </a:p>
          <a:p>
            <a:r>
              <a:t>Experiência moderna e responsiva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do Mercado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Pedidos desorganizados no WhatsApp</a:t>
            </a:r>
          </a:p>
          <a:p>
            <a:r>
              <a:t>Dificuldade de visualizar o cardápio</a:t>
            </a:r>
          </a:p>
          <a:p>
            <a:r>
              <a:t>Falta de imagem profissional no digital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Solução Slim Fish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Site moderno e rápido</a:t>
            </a:r>
          </a:p>
          <a:p>
            <a:r>
              <a:t>Menu online para prévia do pedido</a:t>
            </a:r>
          </a:p>
          <a:p>
            <a:r>
              <a:t>Encaminhamento automático para WhatsApp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 Entregues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Página inicial profissional</a:t>
            </a:r>
          </a:p>
          <a:p>
            <a:r>
              <a:t>Carrossel de produtos</a:t>
            </a:r>
          </a:p>
          <a:p>
            <a:r>
              <a:t>Cardápio em PDF</a:t>
            </a:r>
          </a:p>
          <a:p>
            <a:r>
              <a:t>Menu online com sacolinha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para o Negócio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Mais organização</a:t>
            </a:r>
          </a:p>
          <a:p>
            <a:r>
              <a:t>Mais conversão</a:t>
            </a:r>
          </a:p>
          <a:p>
            <a:r>
              <a:t>Melhor experiência do cliente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Evoluções Futuras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Pagamento online</a:t>
            </a:r>
          </a:p>
          <a:p>
            <a:r>
              <a:t>Painel administrativo</a:t>
            </a:r>
          </a:p>
          <a:p>
            <a:r>
              <a:t>Controle de pedidos e entregas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Proposta Comercial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Valor do projeto: R$ 5.900,00</a:t>
            </a:r>
          </a:p>
          <a:p>
            <a:r>
              <a:t>Manutenção mensal: R$ 390,00</a:t>
            </a:r>
          </a:p>
          <a:p>
            <a:r>
              <a:t>Suporte e atualizações contínuas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Encerramento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Projeto pronto para uso</a:t>
            </a:r>
          </a:p>
          <a:p>
            <a:r>
              <a:t>Base sólida para crescimento</a:t>
            </a:r>
          </a:p>
          <a:p>
            <a:r>
              <a:t>Murilo Almeida Lopes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